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0" r:id="rId9"/>
    <p:sldId id="261" r:id="rId10"/>
    <p:sldId id="262" r:id="rId11"/>
    <p:sldId id="264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818F-D013-4971-84B2-DE6D699CD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1080" y="445030"/>
            <a:ext cx="9436231" cy="2306637"/>
          </a:xfrm>
        </p:spPr>
        <p:txBody>
          <a:bodyPr/>
          <a:lstStyle/>
          <a:p>
            <a:r>
              <a:rPr lang="en-IN" u="sng"/>
              <a:t>DOOR LOCK USING PASSKEY</a:t>
            </a:r>
            <a:endParaRPr lang="en-US" u="s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B0291-FD5B-7EF7-3691-04914067B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435" y="3221779"/>
            <a:ext cx="9650126" cy="2149355"/>
          </a:xfrm>
        </p:spPr>
        <p:txBody>
          <a:bodyPr>
            <a:normAutofit fontScale="925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/>
              <a:t>Objective</a:t>
            </a:r>
            <a:r>
              <a:rPr lang="en-IN" sz="2800" b="1"/>
              <a:t>: a chip that unlocks a door only when the correct 8-digit code is entered. If the user enters the sequence correctly, the door unlocks. If a wrong digit is entered, the system resets and starts over.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448339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E1FD-4EDD-C22B-BBFC-696DE5D9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u="sng"/>
              <a:t>BLOCK DIAGRAM</a:t>
            </a:r>
            <a:endParaRPr lang="en-US" sz="4400" u="sng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2D840-88D4-5615-A7B6-06BE10D35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812494"/>
            <a:ext cx="9554062" cy="44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6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1519-E000-1121-C11E-F5AF6CA63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1717" y="-177646"/>
            <a:ext cx="10622798" cy="1630969"/>
          </a:xfrm>
        </p:spPr>
        <p:txBody>
          <a:bodyPr>
            <a:normAutofit/>
          </a:bodyPr>
          <a:lstStyle/>
          <a:p>
            <a:r>
              <a:rPr lang="en-IN" sz="4800" u="sng"/>
              <a:t>SIMULATION</a:t>
            </a:r>
            <a:endParaRPr lang="en-US" sz="4800" u="sng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AF4A5E-C1F0-0BBA-B69A-66249AD91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991" y="1045706"/>
            <a:ext cx="9922018" cy="556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5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2902-86F5-064E-0EDB-77BF6063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623" y="-130713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u="sng" dirty="0"/>
              <a:t>SYNTHESIS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C10CDF-7AFD-9634-337D-723CDCF80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8140" y="1160494"/>
            <a:ext cx="9375719" cy="543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8211-610C-6F28-37A8-274EF5E8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8337" y="0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u="sng" dirty="0"/>
              <a:t>TIMING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B0DAFB-4051-1A5D-763F-430B47D0D2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3333"/>
          <a:stretch>
            <a:fillRect/>
          </a:stretch>
        </p:blipFill>
        <p:spPr>
          <a:xfrm>
            <a:off x="1697687" y="1057589"/>
            <a:ext cx="8163649" cy="558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71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7FCB-84F0-B16E-BAAA-4AE0D15EE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624" y="-130113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u="sng" dirty="0"/>
              <a:t>POWER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02D2E9-5ADF-3D29-A845-DA1AB8E28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3298" y="1068446"/>
            <a:ext cx="7498199" cy="558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7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8024-2825-243A-7EF9-9CC36EAF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530" y="-190128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u="sng" dirty="0"/>
              <a:t>AREA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4349F9-B2DF-78AF-D3BE-F4E26A1E1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778" y="955717"/>
            <a:ext cx="7177357" cy="577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3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4F9A-E8A9-3A4B-0565-73049E960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176" y="-118230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u="sng" dirty="0"/>
              <a:t>FLOOR- PLANNING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73243F-DAE2-F663-F26D-099C7C6DF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574" y="1086406"/>
            <a:ext cx="8756852" cy="547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936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B06F-FBD8-1A3C-DB0C-87A1409FF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066" y="-178247"/>
            <a:ext cx="10991171" cy="1770573"/>
          </a:xfrm>
        </p:spPr>
        <p:txBody>
          <a:bodyPr>
            <a:normAutofit/>
          </a:bodyPr>
          <a:lstStyle/>
          <a:p>
            <a:r>
              <a:rPr lang="en-IN" sz="4400" u="sng" dirty="0"/>
              <a:t>POWER-PLANNING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7D5231-7266-3D76-48A7-B56199A02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737" y="1191897"/>
            <a:ext cx="9090525" cy="541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37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CF91-120C-1B58-3A7D-5AC723FE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48" y="-201412"/>
            <a:ext cx="9905998" cy="1478570"/>
          </a:xfrm>
        </p:spPr>
        <p:txBody>
          <a:bodyPr/>
          <a:lstStyle/>
          <a:p>
            <a:r>
              <a:rPr lang="en-IN" sz="4400" u="sng" dirty="0"/>
              <a:t>PLACEMENT</a:t>
            </a:r>
            <a:r>
              <a:rPr lang="en-IN" dirty="0"/>
              <a:t> 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569DA5-A8D8-B092-14B5-9688B3DD1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633" y="938760"/>
            <a:ext cx="9141093" cy="57131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DAE1E5-8A59-6CC1-449D-968A53565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89" y="938760"/>
            <a:ext cx="10703163" cy="571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2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8936-0A39-37DF-84A3-CA1815E1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115" y="-118231"/>
            <a:ext cx="9905998" cy="1478570"/>
          </a:xfrm>
        </p:spPr>
        <p:txBody>
          <a:bodyPr>
            <a:normAutofit/>
          </a:bodyPr>
          <a:lstStyle/>
          <a:p>
            <a:r>
              <a:rPr lang="en-IN" sz="4400" u="sng" dirty="0"/>
              <a:t>CLOCK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443B3E-D656-8EF8-FEB5-B0FE30F8A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281" y="1360339"/>
            <a:ext cx="8591438" cy="536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043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3187-828C-0272-7B20-B1EA4A21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101" y="-1365952"/>
            <a:ext cx="10575265" cy="3541713"/>
          </a:xfrm>
        </p:spPr>
        <p:txBody>
          <a:bodyPr>
            <a:normAutofit/>
          </a:bodyPr>
          <a:lstStyle/>
          <a:p>
            <a:r>
              <a:rPr lang="en-IN" sz="4400" u="sng" dirty="0"/>
              <a:t>ROUTING</a:t>
            </a:r>
            <a:endParaRPr lang="en-US" sz="4400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AB4612-1EEF-27A9-0A10-0D5C86357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8610" y="843696"/>
            <a:ext cx="9234779" cy="573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96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Circuit</vt:lpstr>
      <vt:lpstr>DOOR LOCK USING PASSKEY</vt:lpstr>
      <vt:lpstr>BLOCK DIAGRAM</vt:lpstr>
      <vt:lpstr>SIMULATION</vt:lpstr>
      <vt:lpstr>SYNTHESIS</vt:lpstr>
      <vt:lpstr>TIMING</vt:lpstr>
      <vt:lpstr>POWER</vt:lpstr>
      <vt:lpstr>AREA</vt:lpstr>
      <vt:lpstr>FLOOR- PLANNING</vt:lpstr>
      <vt:lpstr>POWER-PLANNING</vt:lpstr>
      <vt:lpstr>PLACEMENT </vt:lpstr>
      <vt:lpstr>CLOCK</vt:lpstr>
      <vt:lpstr>ROUTING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DOOR LOCK USING PASSKEY</dc:title>
  <dc:creator>Saniya Joffy</dc:creator>
  <cp:lastModifiedBy>Saniya Joffy</cp:lastModifiedBy>
  <cp:revision>5</cp:revision>
  <dcterms:created xsi:type="dcterms:W3CDTF">2026-06-23T05:49:50Z</dcterms:created>
  <dcterms:modified xsi:type="dcterms:W3CDTF">2026-06-24T08:37:59Z</dcterms:modified>
</cp:coreProperties>
</file>